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sldIdLst>
    <p:sldId id="256" r:id="rId5"/>
    <p:sldId id="268" r:id="rId6"/>
    <p:sldId id="269" r:id="rId7"/>
    <p:sldId id="270" r:id="rId8"/>
    <p:sldId id="271" r:id="rId9"/>
    <p:sldId id="277" r:id="rId10"/>
    <p:sldId id="258" r:id="rId11"/>
    <p:sldId id="278" r:id="rId12"/>
    <p:sldId id="276" r:id="rId13"/>
    <p:sldId id="257" r:id="rId14"/>
    <p:sldId id="259" r:id="rId15"/>
    <p:sldId id="260" r:id="rId16"/>
    <p:sldId id="279" r:id="rId17"/>
    <p:sldId id="263" r:id="rId18"/>
    <p:sldId id="261" r:id="rId19"/>
    <p:sldId id="262" r:id="rId20"/>
    <p:sldId id="264" r:id="rId21"/>
    <p:sldId id="265" r:id="rId22"/>
    <p:sldId id="281" r:id="rId23"/>
    <p:sldId id="280" r:id="rId24"/>
    <p:sldId id="274" r:id="rId25"/>
    <p:sldId id="275" r:id="rId26"/>
    <p:sldId id="266" r:id="rId27"/>
    <p:sldId id="267" r:id="rId28"/>
    <p:sldId id="272" r:id="rId29"/>
    <p:sldId id="27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BD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C08CFE-D873-4FD3-BB3E-2F6F1F41F655}" v="3" dt="2020-10-11T08:41:52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zita Yati Masri" userId="fb57b885-c824-4da2-946a-d71ef420875c" providerId="ADAL" clId="{AAC08CFE-D873-4FD3-BB3E-2F6F1F41F655}"/>
    <pc:docChg chg="custSel modSld modMainMaster">
      <pc:chgData name="Rozita Yati Masri" userId="fb57b885-c824-4da2-946a-d71ef420875c" providerId="ADAL" clId="{AAC08CFE-D873-4FD3-BB3E-2F6F1F41F655}" dt="2020-10-11T08:41:52.930" v="106"/>
      <pc:docMkLst>
        <pc:docMk/>
      </pc:docMkLst>
      <pc:sldChg chg="delSp modSp">
        <pc:chgData name="Rozita Yati Masri" userId="fb57b885-c824-4da2-946a-d71ef420875c" providerId="ADAL" clId="{AAC08CFE-D873-4FD3-BB3E-2F6F1F41F655}" dt="2020-10-11T08:40:19.226" v="91" actId="478"/>
        <pc:sldMkLst>
          <pc:docMk/>
          <pc:sldMk cId="1746071431" sldId="257"/>
        </pc:sldMkLst>
        <pc:spChg chg="del mod">
          <ac:chgData name="Rozita Yati Masri" userId="fb57b885-c824-4da2-946a-d71ef420875c" providerId="ADAL" clId="{AAC08CFE-D873-4FD3-BB3E-2F6F1F41F655}" dt="2020-10-11T08:40:19.226" v="91" actId="478"/>
          <ac:spMkLst>
            <pc:docMk/>
            <pc:sldMk cId="1746071431" sldId="257"/>
            <ac:spMk id="4" creationId="{B7D61705-D59C-4274-9634-E621A39C4425}"/>
          </ac:spMkLst>
        </pc:spChg>
        <pc:spChg chg="mod">
          <ac:chgData name="Rozita Yati Masri" userId="fb57b885-c824-4da2-946a-d71ef420875c" providerId="ADAL" clId="{AAC08CFE-D873-4FD3-BB3E-2F6F1F41F655}" dt="2020-10-11T08:40:10.190" v="89" actId="20577"/>
          <ac:spMkLst>
            <pc:docMk/>
            <pc:sldMk cId="1746071431" sldId="257"/>
            <ac:spMk id="11" creationId="{7704E7B5-7BCD-41ED-85EF-518094C09C24}"/>
          </ac:spMkLst>
        </pc:spChg>
      </pc:sldChg>
      <pc:sldChg chg="delSp">
        <pc:chgData name="Rozita Yati Masri" userId="fb57b885-c824-4da2-946a-d71ef420875c" providerId="ADAL" clId="{AAC08CFE-D873-4FD3-BB3E-2F6F1F41F655}" dt="2020-10-11T08:39:25.812" v="81" actId="478"/>
        <pc:sldMkLst>
          <pc:docMk/>
          <pc:sldMk cId="3553588161" sldId="258"/>
        </pc:sldMkLst>
        <pc:spChg chg="del">
          <ac:chgData name="Rozita Yati Masri" userId="fb57b885-c824-4da2-946a-d71ef420875c" providerId="ADAL" clId="{AAC08CFE-D873-4FD3-BB3E-2F6F1F41F655}" dt="2020-10-11T08:39:25.812" v="81" actId="478"/>
          <ac:spMkLst>
            <pc:docMk/>
            <pc:sldMk cId="3553588161" sldId="258"/>
            <ac:spMk id="4" creationId="{2CE9F118-F25F-41F9-B9E9-7AAF15AA1A09}"/>
          </ac:spMkLst>
        </pc:spChg>
      </pc:sldChg>
      <pc:sldChg chg="delSp">
        <pc:chgData name="Rozita Yati Masri" userId="fb57b885-c824-4da2-946a-d71ef420875c" providerId="ADAL" clId="{AAC08CFE-D873-4FD3-BB3E-2F6F1F41F655}" dt="2020-10-11T08:40:02.403" v="87" actId="478"/>
        <pc:sldMkLst>
          <pc:docMk/>
          <pc:sldMk cId="3158248706" sldId="259"/>
        </pc:sldMkLst>
        <pc:spChg chg="del">
          <ac:chgData name="Rozita Yati Masri" userId="fb57b885-c824-4da2-946a-d71ef420875c" providerId="ADAL" clId="{AAC08CFE-D873-4FD3-BB3E-2F6F1F41F655}" dt="2020-10-11T08:40:02.403" v="87" actId="478"/>
          <ac:spMkLst>
            <pc:docMk/>
            <pc:sldMk cId="3158248706" sldId="259"/>
            <ac:spMk id="4" creationId="{F51C6185-4EE5-49D5-A33E-3A5907D42C25}"/>
          </ac:spMkLst>
        </pc:spChg>
      </pc:sldChg>
      <pc:sldChg chg="delSp">
        <pc:chgData name="Rozita Yati Masri" userId="fb57b885-c824-4da2-946a-d71ef420875c" providerId="ADAL" clId="{AAC08CFE-D873-4FD3-BB3E-2F6F1F41F655}" dt="2020-10-11T08:40:26.374" v="92" actId="478"/>
        <pc:sldMkLst>
          <pc:docMk/>
          <pc:sldMk cId="1619714539" sldId="260"/>
        </pc:sldMkLst>
        <pc:spChg chg="del">
          <ac:chgData name="Rozita Yati Masri" userId="fb57b885-c824-4da2-946a-d71ef420875c" providerId="ADAL" clId="{AAC08CFE-D873-4FD3-BB3E-2F6F1F41F655}" dt="2020-10-11T08:40:26.374" v="92" actId="478"/>
          <ac:spMkLst>
            <pc:docMk/>
            <pc:sldMk cId="1619714539" sldId="260"/>
            <ac:spMk id="4" creationId="{5775AFDC-0CCD-4341-A733-88C42D889C46}"/>
          </ac:spMkLst>
        </pc:spChg>
      </pc:sldChg>
      <pc:sldChg chg="delSp modSp">
        <pc:chgData name="Rozita Yati Masri" userId="fb57b885-c824-4da2-946a-d71ef420875c" providerId="ADAL" clId="{AAC08CFE-D873-4FD3-BB3E-2F6F1F41F655}" dt="2020-10-11T08:40:38.926" v="95" actId="478"/>
        <pc:sldMkLst>
          <pc:docMk/>
          <pc:sldMk cId="3344429198" sldId="261"/>
        </pc:sldMkLst>
        <pc:spChg chg="del mod">
          <ac:chgData name="Rozita Yati Masri" userId="fb57b885-c824-4da2-946a-d71ef420875c" providerId="ADAL" clId="{AAC08CFE-D873-4FD3-BB3E-2F6F1F41F655}" dt="2020-10-11T08:40:38.926" v="95" actId="478"/>
          <ac:spMkLst>
            <pc:docMk/>
            <pc:sldMk cId="3344429198" sldId="261"/>
            <ac:spMk id="4" creationId="{D232EBC8-868E-4F40-A383-95DA9FF11D8E}"/>
          </ac:spMkLst>
        </pc:spChg>
      </pc:sldChg>
      <pc:sldChg chg="delSp">
        <pc:chgData name="Rozita Yati Masri" userId="fb57b885-c824-4da2-946a-d71ef420875c" providerId="ADAL" clId="{AAC08CFE-D873-4FD3-BB3E-2F6F1F41F655}" dt="2020-10-11T08:40:42.126" v="96" actId="478"/>
        <pc:sldMkLst>
          <pc:docMk/>
          <pc:sldMk cId="3346173014" sldId="262"/>
        </pc:sldMkLst>
        <pc:spChg chg="del">
          <ac:chgData name="Rozita Yati Masri" userId="fb57b885-c824-4da2-946a-d71ef420875c" providerId="ADAL" clId="{AAC08CFE-D873-4FD3-BB3E-2F6F1F41F655}" dt="2020-10-11T08:40:42.126" v="96" actId="478"/>
          <ac:spMkLst>
            <pc:docMk/>
            <pc:sldMk cId="3346173014" sldId="262"/>
            <ac:spMk id="4" creationId="{0C08A364-D617-48D2-9A7D-EEA82747E886}"/>
          </ac:spMkLst>
        </pc:spChg>
      </pc:sldChg>
      <pc:sldChg chg="delSp">
        <pc:chgData name="Rozita Yati Masri" userId="fb57b885-c824-4da2-946a-d71ef420875c" providerId="ADAL" clId="{AAC08CFE-D873-4FD3-BB3E-2F6F1F41F655}" dt="2020-10-11T08:40:32.481" v="93" actId="478"/>
        <pc:sldMkLst>
          <pc:docMk/>
          <pc:sldMk cId="1639527517" sldId="263"/>
        </pc:sldMkLst>
        <pc:spChg chg="del">
          <ac:chgData name="Rozita Yati Masri" userId="fb57b885-c824-4da2-946a-d71ef420875c" providerId="ADAL" clId="{AAC08CFE-D873-4FD3-BB3E-2F6F1F41F655}" dt="2020-10-11T08:40:32.481" v="93" actId="478"/>
          <ac:spMkLst>
            <pc:docMk/>
            <pc:sldMk cId="1639527517" sldId="263"/>
            <ac:spMk id="4" creationId="{3185C4A0-E776-4E95-B0F0-731D8FF612B0}"/>
          </ac:spMkLst>
        </pc:spChg>
      </pc:sldChg>
      <pc:sldChg chg="delSp modSp">
        <pc:chgData name="Rozita Yati Masri" userId="fb57b885-c824-4da2-946a-d71ef420875c" providerId="ADAL" clId="{AAC08CFE-D873-4FD3-BB3E-2F6F1F41F655}" dt="2020-10-11T08:40:45.416" v="98" actId="478"/>
        <pc:sldMkLst>
          <pc:docMk/>
          <pc:sldMk cId="886041333" sldId="264"/>
        </pc:sldMkLst>
        <pc:spChg chg="del mod">
          <ac:chgData name="Rozita Yati Masri" userId="fb57b885-c824-4da2-946a-d71ef420875c" providerId="ADAL" clId="{AAC08CFE-D873-4FD3-BB3E-2F6F1F41F655}" dt="2020-10-11T08:40:45.416" v="98" actId="478"/>
          <ac:spMkLst>
            <pc:docMk/>
            <pc:sldMk cId="886041333" sldId="264"/>
            <ac:spMk id="4" creationId="{1C2B9071-793F-472B-BF31-F20382BE55E3}"/>
          </ac:spMkLst>
        </pc:spChg>
      </pc:sldChg>
      <pc:sldChg chg="delSp">
        <pc:chgData name="Rozita Yati Masri" userId="fb57b885-c824-4da2-946a-d71ef420875c" providerId="ADAL" clId="{AAC08CFE-D873-4FD3-BB3E-2F6F1F41F655}" dt="2020-10-11T08:40:47.966" v="99" actId="478"/>
        <pc:sldMkLst>
          <pc:docMk/>
          <pc:sldMk cId="650212315" sldId="265"/>
        </pc:sldMkLst>
        <pc:spChg chg="del">
          <ac:chgData name="Rozita Yati Masri" userId="fb57b885-c824-4da2-946a-d71ef420875c" providerId="ADAL" clId="{AAC08CFE-D873-4FD3-BB3E-2F6F1F41F655}" dt="2020-10-11T08:40:47.966" v="99" actId="478"/>
          <ac:spMkLst>
            <pc:docMk/>
            <pc:sldMk cId="650212315" sldId="265"/>
            <ac:spMk id="4" creationId="{78918515-5EBF-4518-AAE1-B98D0F8B5A82}"/>
          </ac:spMkLst>
        </pc:spChg>
      </pc:sldChg>
      <pc:sldChg chg="delSp">
        <pc:chgData name="Rozita Yati Masri" userId="fb57b885-c824-4da2-946a-d71ef420875c" providerId="ADAL" clId="{AAC08CFE-D873-4FD3-BB3E-2F6F1F41F655}" dt="2020-10-11T08:40:55.682" v="102" actId="478"/>
        <pc:sldMkLst>
          <pc:docMk/>
          <pc:sldMk cId="2122436802" sldId="266"/>
        </pc:sldMkLst>
        <pc:spChg chg="del">
          <ac:chgData name="Rozita Yati Masri" userId="fb57b885-c824-4da2-946a-d71ef420875c" providerId="ADAL" clId="{AAC08CFE-D873-4FD3-BB3E-2F6F1F41F655}" dt="2020-10-11T08:40:55.682" v="102" actId="478"/>
          <ac:spMkLst>
            <pc:docMk/>
            <pc:sldMk cId="2122436802" sldId="266"/>
            <ac:spMk id="4" creationId="{679836F5-1D93-47E8-BEE1-D649A085550A}"/>
          </ac:spMkLst>
        </pc:spChg>
      </pc:sldChg>
      <pc:sldChg chg="delSp">
        <pc:chgData name="Rozita Yati Masri" userId="fb57b885-c824-4da2-946a-d71ef420875c" providerId="ADAL" clId="{AAC08CFE-D873-4FD3-BB3E-2F6F1F41F655}" dt="2020-10-11T08:40:57.590" v="103" actId="478"/>
        <pc:sldMkLst>
          <pc:docMk/>
          <pc:sldMk cId="446814676" sldId="267"/>
        </pc:sldMkLst>
        <pc:spChg chg="del">
          <ac:chgData name="Rozita Yati Masri" userId="fb57b885-c824-4da2-946a-d71ef420875c" providerId="ADAL" clId="{AAC08CFE-D873-4FD3-BB3E-2F6F1F41F655}" dt="2020-10-11T08:40:57.590" v="103" actId="478"/>
          <ac:spMkLst>
            <pc:docMk/>
            <pc:sldMk cId="446814676" sldId="267"/>
            <ac:spMk id="4" creationId="{7150D934-8164-45B6-A474-54D0E5BE8355}"/>
          </ac:spMkLst>
        </pc:spChg>
      </pc:sldChg>
      <pc:sldChg chg="delSp">
        <pc:chgData name="Rozita Yati Masri" userId="fb57b885-c824-4da2-946a-d71ef420875c" providerId="ADAL" clId="{AAC08CFE-D873-4FD3-BB3E-2F6F1F41F655}" dt="2020-10-11T08:39:08.450" v="76" actId="478"/>
        <pc:sldMkLst>
          <pc:docMk/>
          <pc:sldMk cId="3430751956" sldId="268"/>
        </pc:sldMkLst>
        <pc:spChg chg="del">
          <ac:chgData name="Rozita Yati Masri" userId="fb57b885-c824-4da2-946a-d71ef420875c" providerId="ADAL" clId="{AAC08CFE-D873-4FD3-BB3E-2F6F1F41F655}" dt="2020-10-11T08:39:08.450" v="76" actId="478"/>
          <ac:spMkLst>
            <pc:docMk/>
            <pc:sldMk cId="3430751956" sldId="268"/>
            <ac:spMk id="4" creationId="{839D83F7-4523-4001-AB70-0B3869383FDB}"/>
          </ac:spMkLst>
        </pc:spChg>
      </pc:sldChg>
      <pc:sldChg chg="delSp modSp">
        <pc:chgData name="Rozita Yati Masri" userId="fb57b885-c824-4da2-946a-d71ef420875c" providerId="ADAL" clId="{AAC08CFE-D873-4FD3-BB3E-2F6F1F41F655}" dt="2020-10-11T08:39:15.163" v="78" actId="478"/>
        <pc:sldMkLst>
          <pc:docMk/>
          <pc:sldMk cId="2358772383" sldId="269"/>
        </pc:sldMkLst>
        <pc:spChg chg="del mod">
          <ac:chgData name="Rozita Yati Masri" userId="fb57b885-c824-4da2-946a-d71ef420875c" providerId="ADAL" clId="{AAC08CFE-D873-4FD3-BB3E-2F6F1F41F655}" dt="2020-10-11T08:39:15.163" v="78" actId="478"/>
          <ac:spMkLst>
            <pc:docMk/>
            <pc:sldMk cId="2358772383" sldId="269"/>
            <ac:spMk id="4" creationId="{2356A868-BD66-4002-9CD5-E076CC906142}"/>
          </ac:spMkLst>
        </pc:spChg>
      </pc:sldChg>
      <pc:sldChg chg="delSp">
        <pc:chgData name="Rozita Yati Masri" userId="fb57b885-c824-4da2-946a-d71ef420875c" providerId="ADAL" clId="{AAC08CFE-D873-4FD3-BB3E-2F6F1F41F655}" dt="2020-10-11T08:39:18.494" v="79" actId="478"/>
        <pc:sldMkLst>
          <pc:docMk/>
          <pc:sldMk cId="1153307696" sldId="270"/>
        </pc:sldMkLst>
        <pc:spChg chg="del">
          <ac:chgData name="Rozita Yati Masri" userId="fb57b885-c824-4da2-946a-d71ef420875c" providerId="ADAL" clId="{AAC08CFE-D873-4FD3-BB3E-2F6F1F41F655}" dt="2020-10-11T08:39:18.494" v="79" actId="478"/>
          <ac:spMkLst>
            <pc:docMk/>
            <pc:sldMk cId="1153307696" sldId="270"/>
            <ac:spMk id="4" creationId="{0A6ABE4C-5933-4C93-B622-264C94194594}"/>
          </ac:spMkLst>
        </pc:spChg>
      </pc:sldChg>
      <pc:sldChg chg="delSp">
        <pc:chgData name="Rozita Yati Masri" userId="fb57b885-c824-4da2-946a-d71ef420875c" providerId="ADAL" clId="{AAC08CFE-D873-4FD3-BB3E-2F6F1F41F655}" dt="2020-10-11T08:39:22.975" v="80" actId="478"/>
        <pc:sldMkLst>
          <pc:docMk/>
          <pc:sldMk cId="4000942399" sldId="271"/>
        </pc:sldMkLst>
        <pc:spChg chg="del">
          <ac:chgData name="Rozita Yati Masri" userId="fb57b885-c824-4da2-946a-d71ef420875c" providerId="ADAL" clId="{AAC08CFE-D873-4FD3-BB3E-2F6F1F41F655}" dt="2020-10-11T08:39:22.975" v="80" actId="478"/>
          <ac:spMkLst>
            <pc:docMk/>
            <pc:sldMk cId="4000942399" sldId="271"/>
            <ac:spMk id="4" creationId="{92B04EEE-77CA-4721-841B-08728AB52F18}"/>
          </ac:spMkLst>
        </pc:spChg>
      </pc:sldChg>
      <pc:sldChg chg="delSp">
        <pc:chgData name="Rozita Yati Masri" userId="fb57b885-c824-4da2-946a-d71ef420875c" providerId="ADAL" clId="{AAC08CFE-D873-4FD3-BB3E-2F6F1F41F655}" dt="2020-10-11T08:41:00.073" v="104" actId="478"/>
        <pc:sldMkLst>
          <pc:docMk/>
          <pc:sldMk cId="3399185559" sldId="272"/>
        </pc:sldMkLst>
        <pc:spChg chg="del">
          <ac:chgData name="Rozita Yati Masri" userId="fb57b885-c824-4da2-946a-d71ef420875c" providerId="ADAL" clId="{AAC08CFE-D873-4FD3-BB3E-2F6F1F41F655}" dt="2020-10-11T08:41:00.073" v="104" actId="478"/>
          <ac:spMkLst>
            <pc:docMk/>
            <pc:sldMk cId="3399185559" sldId="272"/>
            <ac:spMk id="4" creationId="{3808BF85-8090-4DA9-823C-83A02E452A77}"/>
          </ac:spMkLst>
        </pc:spChg>
      </pc:sldChg>
      <pc:sldChg chg="delSp">
        <pc:chgData name="Rozita Yati Masri" userId="fb57b885-c824-4da2-946a-d71ef420875c" providerId="ADAL" clId="{AAC08CFE-D873-4FD3-BB3E-2F6F1F41F655}" dt="2020-10-11T08:41:04.272" v="105" actId="478"/>
        <pc:sldMkLst>
          <pc:docMk/>
          <pc:sldMk cId="77585051" sldId="273"/>
        </pc:sldMkLst>
        <pc:spChg chg="del">
          <ac:chgData name="Rozita Yati Masri" userId="fb57b885-c824-4da2-946a-d71ef420875c" providerId="ADAL" clId="{AAC08CFE-D873-4FD3-BB3E-2F6F1F41F655}" dt="2020-10-11T08:41:04.272" v="105" actId="478"/>
          <ac:spMkLst>
            <pc:docMk/>
            <pc:sldMk cId="77585051" sldId="273"/>
            <ac:spMk id="4" creationId="{26D7630F-A308-4C19-A806-D9725A7A0E8E}"/>
          </ac:spMkLst>
        </pc:spChg>
      </pc:sldChg>
      <pc:sldChg chg="delSp">
        <pc:chgData name="Rozita Yati Masri" userId="fb57b885-c824-4da2-946a-d71ef420875c" providerId="ADAL" clId="{AAC08CFE-D873-4FD3-BB3E-2F6F1F41F655}" dt="2020-10-11T08:40:50.413" v="100" actId="478"/>
        <pc:sldMkLst>
          <pc:docMk/>
          <pc:sldMk cId="3593903412" sldId="274"/>
        </pc:sldMkLst>
        <pc:spChg chg="del">
          <ac:chgData name="Rozita Yati Masri" userId="fb57b885-c824-4da2-946a-d71ef420875c" providerId="ADAL" clId="{AAC08CFE-D873-4FD3-BB3E-2F6F1F41F655}" dt="2020-10-11T08:40:50.413" v="100" actId="478"/>
          <ac:spMkLst>
            <pc:docMk/>
            <pc:sldMk cId="3593903412" sldId="274"/>
            <ac:spMk id="4" creationId="{99C32237-A87A-4601-895E-03C1E5BFE816}"/>
          </ac:spMkLst>
        </pc:spChg>
      </pc:sldChg>
      <pc:sldChg chg="delSp">
        <pc:chgData name="Rozita Yati Masri" userId="fb57b885-c824-4da2-946a-d71ef420875c" providerId="ADAL" clId="{AAC08CFE-D873-4FD3-BB3E-2F6F1F41F655}" dt="2020-10-11T08:40:53.434" v="101" actId="478"/>
        <pc:sldMkLst>
          <pc:docMk/>
          <pc:sldMk cId="2942005941" sldId="275"/>
        </pc:sldMkLst>
        <pc:spChg chg="del">
          <ac:chgData name="Rozita Yati Masri" userId="fb57b885-c824-4da2-946a-d71ef420875c" providerId="ADAL" clId="{AAC08CFE-D873-4FD3-BB3E-2F6F1F41F655}" dt="2020-10-11T08:40:53.434" v="101" actId="478"/>
          <ac:spMkLst>
            <pc:docMk/>
            <pc:sldMk cId="2942005941" sldId="275"/>
            <ac:spMk id="4" creationId="{116C789A-0E66-4358-8861-15D9BCDA661A}"/>
          </ac:spMkLst>
        </pc:spChg>
      </pc:sldChg>
      <pc:sldChg chg="delSp">
        <pc:chgData name="Rozita Yati Masri" userId="fb57b885-c824-4da2-946a-d71ef420875c" providerId="ADAL" clId="{AAC08CFE-D873-4FD3-BB3E-2F6F1F41F655}" dt="2020-10-11T08:39:28.216" v="82" actId="478"/>
        <pc:sldMkLst>
          <pc:docMk/>
          <pc:sldMk cId="2967353099" sldId="276"/>
        </pc:sldMkLst>
        <pc:spChg chg="del">
          <ac:chgData name="Rozita Yati Masri" userId="fb57b885-c824-4da2-946a-d71ef420875c" providerId="ADAL" clId="{AAC08CFE-D873-4FD3-BB3E-2F6F1F41F655}" dt="2020-10-11T08:39:28.216" v="82" actId="478"/>
          <ac:spMkLst>
            <pc:docMk/>
            <pc:sldMk cId="2967353099" sldId="276"/>
            <ac:spMk id="4" creationId="{00000000-0000-0000-0000-000000000000}"/>
          </ac:spMkLst>
        </pc:spChg>
      </pc:sldChg>
      <pc:sldMasterChg chg="addSp delSp modSp modSldLayout">
        <pc:chgData name="Rozita Yati Masri" userId="fb57b885-c824-4da2-946a-d71ef420875c" providerId="ADAL" clId="{AAC08CFE-D873-4FD3-BB3E-2F6F1F41F655}" dt="2020-10-11T08:41:52.930" v="106"/>
        <pc:sldMasterMkLst>
          <pc:docMk/>
          <pc:sldMasterMk cId="717840518" sldId="2147483660"/>
        </pc:sldMasterMkLst>
        <pc:spChg chg="add">
          <ac:chgData name="Rozita Yati Masri" userId="fb57b885-c824-4da2-946a-d71ef420875c" providerId="ADAL" clId="{AAC08CFE-D873-4FD3-BB3E-2F6F1F41F655}" dt="2020-10-11T08:37:12.528" v="4"/>
          <ac:spMkLst>
            <pc:docMk/>
            <pc:sldMasterMk cId="717840518" sldId="2147483660"/>
            <ac:spMk id="9" creationId="{B61A6DEE-083A-403C-B237-3D1C7B7C7C97}"/>
          </ac:spMkLst>
        </pc:spChg>
        <pc:spChg chg="add mod">
          <ac:chgData name="Rozita Yati Masri" userId="fb57b885-c824-4da2-946a-d71ef420875c" providerId="ADAL" clId="{AAC08CFE-D873-4FD3-BB3E-2F6F1F41F655}" dt="2020-10-11T08:41:52.930" v="106"/>
          <ac:spMkLst>
            <pc:docMk/>
            <pc:sldMasterMk cId="717840518" sldId="2147483660"/>
            <ac:spMk id="10" creationId="{064718AD-B747-466B-8961-FB0F7DFF32F9}"/>
          </ac:spMkLst>
        </pc:spChg>
        <pc:spChg chg="add mod">
          <ac:chgData name="Rozita Yati Masri" userId="fb57b885-c824-4da2-946a-d71ef420875c" providerId="ADAL" clId="{AAC08CFE-D873-4FD3-BB3E-2F6F1F41F655}" dt="2020-10-11T08:38:15.432" v="74" actId="1038"/>
          <ac:spMkLst>
            <pc:docMk/>
            <pc:sldMasterMk cId="717840518" sldId="2147483660"/>
            <ac:spMk id="11" creationId="{A453977A-6D51-4C94-AD3C-F8D3B9426B2C}"/>
          </ac:spMkLst>
        </pc:spChg>
        <pc:spChg chg="mod">
          <ac:chgData name="Rozita Yati Masri" userId="fb57b885-c824-4da2-946a-d71ef420875c" providerId="ADAL" clId="{AAC08CFE-D873-4FD3-BB3E-2F6F1F41F655}" dt="2020-10-11T08:37:06.524" v="3" actId="1038"/>
          <ac:spMkLst>
            <pc:docMk/>
            <pc:sldMasterMk cId="717840518" sldId="2147483660"/>
            <ac:spMk id="1027" creationId="{5D889B73-4BC7-4175-8777-89F6049860A0}"/>
          </ac:spMkLst>
        </pc:spChg>
        <pc:spChg chg="del">
          <ac:chgData name="Rozita Yati Masri" userId="fb57b885-c824-4da2-946a-d71ef420875c" providerId="ADAL" clId="{AAC08CFE-D873-4FD3-BB3E-2F6F1F41F655}" dt="2020-10-11T08:37:01.138" v="0" actId="478"/>
          <ac:spMkLst>
            <pc:docMk/>
            <pc:sldMasterMk cId="717840518" sldId="2147483660"/>
            <ac:spMk id="86024" creationId="{C50B826F-79B0-4D38-A8FA-4FBA74C95EB1}"/>
          </ac:spMkLst>
        </pc:spChg>
        <pc:sldLayoutChg chg="delSp">
          <pc:chgData name="Rozita Yati Masri" userId="fb57b885-c824-4da2-946a-d71ef420875c" providerId="ADAL" clId="{AAC08CFE-D873-4FD3-BB3E-2F6F1F41F655}" dt="2020-10-11T08:38:50.540" v="75" actId="478"/>
          <pc:sldLayoutMkLst>
            <pc:docMk/>
            <pc:sldMasterMk cId="717840518" sldId="2147483660"/>
            <pc:sldLayoutMk cId="1347238553" sldId="2147483662"/>
          </pc:sldLayoutMkLst>
          <pc:spChg chg="del">
            <ac:chgData name="Rozita Yati Masri" userId="fb57b885-c824-4da2-946a-d71ef420875c" providerId="ADAL" clId="{AAC08CFE-D873-4FD3-BB3E-2F6F1F41F655}" dt="2020-10-11T08:38:50.540" v="75" actId="478"/>
            <ac:spMkLst>
              <pc:docMk/>
              <pc:sldMasterMk cId="717840518" sldId="2147483660"/>
              <pc:sldLayoutMk cId="1347238553" sldId="2147483662"/>
              <ac:spMk id="4" creationId="{C94CCE7B-8C0C-42E3-87DC-DE817FB78B76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5DC65-167E-465D-B98E-70F182A70B94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16CAC-74D5-47AB-90CB-BAAFD6F3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0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19A55E57-38E4-41C7-8154-A8B991DEA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3429000"/>
          </a:xfrm>
          <a:prstGeom prst="rect">
            <a:avLst/>
          </a:prstGeom>
          <a:solidFill>
            <a:srgbClr val="A2FFA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sz="1800"/>
          </a:p>
        </p:txBody>
      </p:sp>
      <p:pic>
        <p:nvPicPr>
          <p:cNvPr id="5" name="Picture 10" descr="APU Logo_Final_Vertical_V1_HR1 copy.png">
            <a:extLst>
              <a:ext uri="{FF2B5EF4-FFF2-40B4-BE49-F238E27FC236}">
                <a16:creationId xmlns:a16="http://schemas.microsoft.com/office/drawing/2014/main" id="{D82D9B23-9521-4397-A0C7-7D0BE0B0C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517" y="2514600"/>
            <a:ext cx="3373968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85584" y="1952626"/>
            <a:ext cx="9006416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66533" y="3886200"/>
            <a:ext cx="9025467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36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311925" cy="1367327"/>
          </a:xfrm>
          <a:solidFill>
            <a:srgbClr val="A2FFA3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23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92066-0EF0-4FF8-93AA-2093B8EDA0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31200" y="6623050"/>
            <a:ext cx="3860800" cy="2349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7115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9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2D113-A871-44A2-B949-2DB5FAFF9E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31200" y="6623050"/>
            <a:ext cx="3860800" cy="2349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7288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D21544-1A19-450A-9A54-709EC423BC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31200" y="6623050"/>
            <a:ext cx="3860800" cy="2349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6571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AD2FE-548C-4C8C-86B4-F659E1B7E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31200" y="6623050"/>
            <a:ext cx="3860800" cy="2349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5048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17C336-48FB-4D30-BD06-54EA5295C4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31200" y="6623050"/>
            <a:ext cx="3860800" cy="2349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49959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35719-93FB-4BCB-999D-ADC5B6C8FE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31200" y="6623050"/>
            <a:ext cx="3860800" cy="2349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0895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97F50-3179-4421-9233-93FB4F4AE8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31200" y="6623050"/>
            <a:ext cx="3860800" cy="2349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4522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899FE-50CE-4592-8241-9731B40B43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31200" y="6623050"/>
            <a:ext cx="3860800" cy="2349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8065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79417" y="274638"/>
            <a:ext cx="2743200" cy="594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7700" y="274638"/>
            <a:ext cx="8028517" cy="594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6B087-45F3-4C06-AF9A-3C17798800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31200" y="6623050"/>
            <a:ext cx="3860800" cy="2349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29502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74638"/>
            <a:ext cx="9389533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4417" y="164147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417" y="164147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5A6DC315-7F58-4763-BC2C-AF70BD9B47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8331200" y="6623050"/>
            <a:ext cx="3860800" cy="2349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7D8E3-266E-47CB-8CC4-A3D79B48A3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847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ucti_globe1_transparent_small">
            <a:extLst>
              <a:ext uri="{FF2B5EF4-FFF2-40B4-BE49-F238E27FC236}">
                <a16:creationId xmlns:a16="http://schemas.microsoft.com/office/drawing/2014/main" id="{78D6A39E-0BA3-4626-8EF0-3422758B0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1934" y="2570164"/>
            <a:ext cx="9609667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5D889B73-4BC7-4175-8777-89F604986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45" y="6564768"/>
            <a:ext cx="12192000" cy="236537"/>
          </a:xfrm>
          <a:prstGeom prst="rect">
            <a:avLst/>
          </a:prstGeom>
          <a:solidFill>
            <a:srgbClr val="A2FFA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GB" sz="1800" dirty="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1326838-1107-4D82-B9EC-B2E5D9B1D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9817" y="16970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3E5B5E28-740F-4CE1-8D47-D46EA3E4F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274638"/>
            <a:ext cx="938953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9E037968-5E94-4DFF-A255-3B9193204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333" y="6597650"/>
            <a:ext cx="3615267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A5908B1-49F6-461B-A3D4-C9A0E65D12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701" y="1"/>
            <a:ext cx="20193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B61A6DEE-083A-403C-B237-3D1C7B7C7C9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GB" sz="1000" dirty="0">
                <a:latin typeface="Calibri" pitchFamily="34" charset="0"/>
                <a:cs typeface="Calibri" pitchFamily="34" charset="0"/>
              </a:rPr>
              <a:t>CT109-3-1 Digital Thinking and Innovation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4718AD-B747-466B-8961-FB0F7DFF32F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24979" y="6597650"/>
            <a:ext cx="3134360" cy="270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1000" dirty="0">
                <a:latin typeface="Calibri" pitchFamily="34" charset="0"/>
                <a:cs typeface="Calibri" pitchFamily="34" charset="0"/>
              </a:rPr>
              <a:t>Digital Generation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53977A-6D51-4C94-AD3C-F8D3B9426B2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57835" y="660781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 dirty="0">
                <a:latin typeface="Calibri" pitchFamily="34" charset="0"/>
                <a:cs typeface="Calibri" pitchFamily="34" charset="0"/>
              </a:rPr>
              <a:t>Slide </a:t>
            </a:r>
            <a:fld id="{DECA9CF0-005F-441B-BAB5-56B8212B3760}" type="slidenum">
              <a:rPr lang="en-GB" sz="1000" smtClean="0">
                <a:latin typeface="Calibri" pitchFamily="34" charset="0"/>
                <a:cs typeface="Calibri" pitchFamily="34" charset="0"/>
              </a:rPr>
              <a:pPr algn="r">
                <a:defRPr/>
              </a:pPr>
              <a:t>‹#›</a:t>
            </a:fld>
            <a:r>
              <a:rPr lang="en-GB" sz="1000" dirty="0">
                <a:latin typeface="Calibri" pitchFamily="34" charset="0"/>
                <a:cs typeface="Calibri" pitchFamily="34" charset="0"/>
              </a:rPr>
              <a:t> out of 21</a:t>
            </a:r>
          </a:p>
        </p:txBody>
      </p:sp>
    </p:spTree>
    <p:extLst>
      <p:ext uri="{BB962C8B-B14F-4D97-AF65-F5344CB8AC3E}">
        <p14:creationId xmlns:p14="http://schemas.microsoft.com/office/powerpoint/2010/main" val="71784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alesforce.com/blog/2017/10/how-millennials-and-gen-z-are-different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financialbrand.com/67175/digital-generation-z-millennials/" TargetMode="External"/><Relationship Id="rId2" Type="http://schemas.openxmlformats.org/officeDocument/2006/relationships/hyperlink" Target="http://www.genhq.com/gen-z-201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youtube.com/watch?v=a7ff98PL2X4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2033-E616-4689-8B30-032E753181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Thinking and Innovation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624DE-0F9F-4A4F-8533-D7F4AD4E9C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Digital Generation</a:t>
            </a:r>
          </a:p>
        </p:txBody>
      </p:sp>
    </p:spTree>
    <p:extLst>
      <p:ext uri="{BB962C8B-B14F-4D97-AF65-F5344CB8AC3E}">
        <p14:creationId xmlns:p14="http://schemas.microsoft.com/office/powerpoint/2010/main" val="168053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7FD2-3BC9-4D69-A5CA-55E90937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EA78-3F9D-4EBF-BBC6-460FCCBF5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topic introduces the digital generation: the era of the digital natives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444F8-8AA6-4817-A18C-BCCF90E55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345" y="2643242"/>
            <a:ext cx="5061710" cy="358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5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dirty="0"/>
              <a:t>Understand the Digital Generation</a:t>
            </a:r>
          </a:p>
          <a:p>
            <a:pPr lvl="1"/>
            <a:r>
              <a:rPr lang="en-US" dirty="0"/>
              <a:t>Differentiate between the Millennials and the Gen Z </a:t>
            </a:r>
          </a:p>
          <a:p>
            <a:pPr lvl="1"/>
            <a:r>
              <a:rPr lang="en-US" dirty="0"/>
              <a:t>Highlight the characteristics of Gen Z</a:t>
            </a:r>
          </a:p>
          <a:p>
            <a:pPr lvl="1"/>
            <a:r>
              <a:rPr lang="en-US" dirty="0"/>
              <a:t>Discuss how Gen Z will shape the future</a:t>
            </a:r>
          </a:p>
        </p:txBody>
      </p:sp>
    </p:spTree>
    <p:extLst>
      <p:ext uri="{BB962C8B-B14F-4D97-AF65-F5344CB8AC3E}">
        <p14:creationId xmlns:p14="http://schemas.microsoft.com/office/powerpoint/2010/main" val="2358772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F062-B23F-44E2-9B0F-C4D4FC40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95035-1134-4319-BC7F-D0D92E8E7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Generation</a:t>
            </a:r>
          </a:p>
          <a:p>
            <a:r>
              <a:rPr lang="en-US" dirty="0"/>
              <a:t>The Generation Z</a:t>
            </a:r>
          </a:p>
          <a:p>
            <a:r>
              <a:rPr lang="en-US" dirty="0"/>
              <a:t>Characteristics</a:t>
            </a:r>
          </a:p>
          <a:p>
            <a:r>
              <a:rPr lang="en-US" dirty="0"/>
              <a:t>Video</a:t>
            </a:r>
          </a:p>
          <a:p>
            <a:pPr lvl="1"/>
            <a:r>
              <a:rPr lang="en-US" dirty="0"/>
              <a:t> Generation Z: The Social Demise of the Digital Natives</a:t>
            </a:r>
          </a:p>
        </p:txBody>
      </p:sp>
    </p:spTree>
    <p:extLst>
      <p:ext uri="{BB962C8B-B14F-4D97-AF65-F5344CB8AC3E}">
        <p14:creationId xmlns:p14="http://schemas.microsoft.com/office/powerpoint/2010/main" val="1153307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44E54-127C-4514-BE49-BB900B9E6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Mind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B6A82-D6F1-4D82-A4D1-5B9D17BC0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903" y="2260945"/>
            <a:ext cx="7227079" cy="284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4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dirty="0"/>
              <a:t>Understand the Digital Generation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Differentiate between the Millennials and the Gen Z 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Highlight the characteristics of Gen Z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how Gen Z will shape the future</a:t>
            </a:r>
          </a:p>
        </p:txBody>
      </p:sp>
    </p:spTree>
    <p:extLst>
      <p:ext uri="{BB962C8B-B14F-4D97-AF65-F5344CB8AC3E}">
        <p14:creationId xmlns:p14="http://schemas.microsoft.com/office/powerpoint/2010/main" val="125012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18BC-07DB-458D-8D64-F1A51195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5C509-DDC3-49E0-8D05-5AAF72FBC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Generation: Generation Z</a:t>
            </a:r>
          </a:p>
          <a:p>
            <a:r>
              <a:rPr lang="en-US" dirty="0"/>
              <a:t>Those who are growing up constantly connected to the world around them through smartphones, tablets, and computers. </a:t>
            </a:r>
          </a:p>
          <a:p>
            <a:r>
              <a:rPr lang="en-US" dirty="0"/>
              <a:t>Because of this </a:t>
            </a:r>
            <a:r>
              <a:rPr lang="en-US" dirty="0" err="1"/>
              <a:t>hyperconnectivity</a:t>
            </a:r>
            <a:r>
              <a:rPr lang="en-US" dirty="0"/>
              <a:t>, this generation will learn, think, act and respond differently than the previous generations.</a:t>
            </a:r>
          </a:p>
        </p:txBody>
      </p:sp>
    </p:spTree>
    <p:extLst>
      <p:ext uri="{BB962C8B-B14F-4D97-AF65-F5344CB8AC3E}">
        <p14:creationId xmlns:p14="http://schemas.microsoft.com/office/powerpoint/2010/main" val="3553588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Digital Generation</a:t>
            </a:r>
          </a:p>
          <a:p>
            <a:pPr lvl="1"/>
            <a:r>
              <a:rPr lang="en-US" dirty="0"/>
              <a:t>Differentiate between the Millennials and the Gen Z 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Highlight the characteristics of Gen Z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how Gen Z will shape the future</a:t>
            </a:r>
          </a:p>
        </p:txBody>
      </p:sp>
    </p:spTree>
    <p:extLst>
      <p:ext uri="{BB962C8B-B14F-4D97-AF65-F5344CB8AC3E}">
        <p14:creationId xmlns:p14="http://schemas.microsoft.com/office/powerpoint/2010/main" val="357330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Click on the link below to understand the different generation (Boomers, Gen X, Gen Y, and Gen Z )</a:t>
            </a:r>
          </a:p>
          <a:p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https://offer.kasasa.com/exchange/articles/generations/gen-x-gen-y-gen-z</a:t>
            </a:r>
          </a:p>
        </p:txBody>
      </p:sp>
    </p:spTree>
    <p:extLst>
      <p:ext uri="{BB962C8B-B14F-4D97-AF65-F5344CB8AC3E}">
        <p14:creationId xmlns:p14="http://schemas.microsoft.com/office/powerpoint/2010/main" val="2967353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DA337-1B8B-4678-846A-9F67C891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Generation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704E7B5-7BCD-41ED-85EF-518094C09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17" y="1485006"/>
            <a:ext cx="10972800" cy="452596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Millennials Vs. Gen Z </a:t>
            </a:r>
          </a:p>
          <a:p>
            <a:r>
              <a:rPr lang="en-US" dirty="0"/>
              <a:t>On the surface, Gen Z may seem similar to Millennials</a:t>
            </a:r>
          </a:p>
          <a:p>
            <a:r>
              <a:rPr lang="en-US" dirty="0"/>
              <a:t>How different can they be?</a:t>
            </a:r>
          </a:p>
          <a:p>
            <a:endParaRPr lang="en-US" dirty="0">
              <a:solidFill>
                <a:srgbClr val="009999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>
              <a:solidFill>
                <a:srgbClr val="009999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>
              <a:solidFill>
                <a:srgbClr val="009999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>
              <a:solidFill>
                <a:srgbClr val="009999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2400" dirty="0">
              <a:solidFill>
                <a:srgbClr val="009999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5FBDB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</a:t>
            </a:r>
            <a:r>
              <a:rPr lang="en-US" sz="2000" dirty="0">
                <a:solidFill>
                  <a:srgbClr val="0099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salesforce.com/blog/2017/10/how-millennials-and-gen-z-are-different.html</a:t>
            </a:r>
            <a:endParaRPr lang="en-US" dirty="0"/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547E18AD-E859-4C07-9EB2-E9F1EE5652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1215731"/>
              </p:ext>
            </p:extLst>
          </p:nvPr>
        </p:nvGraphicFramePr>
        <p:xfrm>
          <a:off x="1119809" y="3700325"/>
          <a:ext cx="9707218" cy="201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53609">
                  <a:extLst>
                    <a:ext uri="{9D8B030D-6E8A-4147-A177-3AD203B41FA5}">
                      <a16:colId xmlns:a16="http://schemas.microsoft.com/office/drawing/2014/main" val="1078447510"/>
                    </a:ext>
                  </a:extLst>
                </a:gridCol>
                <a:gridCol w="4853609">
                  <a:extLst>
                    <a:ext uri="{9D8B030D-6E8A-4147-A177-3AD203B41FA5}">
                      <a16:colId xmlns:a16="http://schemas.microsoft.com/office/drawing/2014/main" val="812058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83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Both: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shaped by technology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Have mostly lived life in a mobile-first world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Markedly different in how they: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Shop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Interact with brands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View money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17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071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E343-4E33-455E-BB29-9F7E8E938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Generation 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BF1AB-18B8-4D40-8F48-47BEDA2CB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 Z: A “throwback generation” — one that wants to work, save money, and not get stuck or trapped by credit (</a:t>
            </a:r>
            <a:r>
              <a:rPr lang="en-US" b="1" dirty="0"/>
              <a:t>The Center for Generational </a:t>
            </a:r>
            <a:r>
              <a:rPr lang="en-US" b="1" dirty="0" err="1"/>
              <a:t>Kinectics</a:t>
            </a:r>
            <a:r>
              <a:rPr lang="en-US" b="1" dirty="0"/>
              <a:t>, State of Gen Z 2017 Study)</a:t>
            </a:r>
          </a:p>
          <a:p>
            <a:endParaRPr lang="en-US" i="1" dirty="0"/>
          </a:p>
          <a:p>
            <a:r>
              <a:rPr lang="en-US" i="1" dirty="0"/>
              <a:t>48% of Gen Z has a money or payment app on their phone right now.</a:t>
            </a:r>
            <a:br>
              <a:rPr lang="en-US" i="1" dirty="0"/>
            </a:br>
            <a:endParaRPr lang="en-US" sz="2000" dirty="0">
              <a:hlinkClick r:id="rId2"/>
            </a:endParaRPr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https://thefinancialbrand.com/67175/digital-generation-z-millennials/</a:t>
            </a:r>
            <a:endParaRPr lang="en-US" sz="2000" dirty="0">
              <a:hlinkClick r:id="rId2"/>
            </a:endParaRPr>
          </a:p>
          <a:p>
            <a:pPr marL="0" indent="0">
              <a:buNone/>
            </a:pPr>
            <a:r>
              <a:rPr lang="en-US" sz="2000" dirty="0">
                <a:hlinkClick r:id="rId2"/>
              </a:rPr>
              <a:t>http://www.genhq.com/gen-z-2017</a:t>
            </a:r>
            <a:endParaRPr lang="en-US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C7DC67-9C5B-4C20-BD8C-960652DB0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508" y="4876310"/>
            <a:ext cx="273367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48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4242-B235-496B-A7F4-92699D26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Generation 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6B71C-DD38-4A8E-97FC-46E856FB4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ad-averse </a:t>
            </a:r>
          </a:p>
          <a:p>
            <a:pPr lvl="1"/>
            <a:r>
              <a:rPr lang="en-US" dirty="0"/>
              <a:t>More willing compare other generations to engage with brands</a:t>
            </a:r>
          </a:p>
          <a:p>
            <a:pPr lvl="1"/>
            <a:r>
              <a:rPr lang="en-US" dirty="0"/>
              <a:t>Doesn’t find brand texts, notifications or mobile offers invasive</a:t>
            </a:r>
          </a:p>
          <a:p>
            <a:r>
              <a:rPr lang="en-US" dirty="0"/>
              <a:t> Spends more than an hour a day on their mobile device</a:t>
            </a:r>
          </a:p>
          <a:p>
            <a:r>
              <a:rPr lang="en-US" dirty="0"/>
              <a:t>Many are already thinking about retirement</a:t>
            </a:r>
          </a:p>
          <a:p>
            <a:pPr lvl="1"/>
            <a:r>
              <a:rPr lang="en-US" dirty="0"/>
              <a:t>Personal debt should be avoided at all costs </a:t>
            </a:r>
          </a:p>
          <a:p>
            <a:pPr lvl="1"/>
            <a:r>
              <a:rPr lang="en-US" dirty="0"/>
              <a:t>A marked shift from the Millennial mindset that “college debt is a part of life”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B4143-41EF-42D7-8E64-01818A598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374" y="3853376"/>
            <a:ext cx="2410118" cy="120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14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Digital Generation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Differentiate between the Millennials and the Gen Z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Highlight the characteristics of Gen Z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how Gen Z will shape the future</a:t>
            </a:r>
          </a:p>
        </p:txBody>
      </p:sp>
    </p:spTree>
    <p:extLst>
      <p:ext uri="{BB962C8B-B14F-4D97-AF65-F5344CB8AC3E}">
        <p14:creationId xmlns:p14="http://schemas.microsoft.com/office/powerpoint/2010/main" val="3818405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A476D-A563-4AEF-B963-5BB4AC9A7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378A3-7F57-485E-9DD6-F0F954A11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Insightful &amp; Savvy</a:t>
            </a:r>
          </a:p>
          <a:p>
            <a:r>
              <a:rPr lang="en-US" dirty="0"/>
              <a:t>Responsible Self-Starters</a:t>
            </a:r>
          </a:p>
          <a:p>
            <a:r>
              <a:rPr lang="en-US" dirty="0"/>
              <a:t>Risk-Averse &amp; Adaptable</a:t>
            </a:r>
          </a:p>
          <a:p>
            <a:r>
              <a:rPr lang="en-US" dirty="0"/>
              <a:t>Tech-Enabled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EE290-7C8F-45F1-8F5A-6FBF5F20E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904" y="4237034"/>
            <a:ext cx="2143125" cy="2143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9BB3B9-FB98-4147-93CA-09C471EDF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895" y="4342637"/>
            <a:ext cx="2619375" cy="1743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5EB059-0743-4971-99E1-7714BD23D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46" y="4237034"/>
            <a:ext cx="2466975" cy="1847850"/>
          </a:xfrm>
          <a:prstGeom prst="rect">
            <a:avLst/>
          </a:prstGeom>
        </p:spPr>
      </p:pic>
      <p:pic>
        <p:nvPicPr>
          <p:cNvPr id="1026" name="Picture 2" descr="Image result for adaptable">
            <a:extLst>
              <a:ext uri="{FF2B5EF4-FFF2-40B4-BE49-F238E27FC236}">
                <a16:creationId xmlns:a16="http://schemas.microsoft.com/office/drawing/2014/main" id="{E2DA2E6B-B478-4F1D-96B5-7492AB2B9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212" y="4414075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527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EF54-75B0-4177-B401-BA232276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Insightful &amp; Savvy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7F87A-85C6-48B7-974F-D5FB6E4F1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17" y="1847850"/>
            <a:ext cx="10972800" cy="4375150"/>
          </a:xfrm>
        </p:spPr>
        <p:txBody>
          <a:bodyPr/>
          <a:lstStyle/>
          <a:p>
            <a:r>
              <a:rPr lang="en-US" dirty="0"/>
              <a:t>Information and “world knowledge” are vastly available</a:t>
            </a:r>
          </a:p>
          <a:p>
            <a:r>
              <a:rPr lang="en-US" dirty="0"/>
              <a:t>They know what they know, and they know what they </a:t>
            </a:r>
            <a:r>
              <a:rPr lang="en-US" i="1" dirty="0"/>
              <a:t>don’t know</a:t>
            </a:r>
          </a:p>
          <a:p>
            <a:r>
              <a:rPr lang="en-US" dirty="0"/>
              <a:t>They can see through disingenuous motives of traditional marketing</a:t>
            </a:r>
          </a:p>
          <a:p>
            <a:r>
              <a:rPr lang="en-US" dirty="0"/>
              <a:t>They want to be served in a transparent and socially responsible way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02142-35A8-43BF-9B16-D4920DDD5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2216170" cy="16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29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8FA9-014A-43DF-9C67-241EBFA7A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Self-Starters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299D0-35A8-443B-8350-84DE75595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Driven, hard-working, and generally responsible</a:t>
            </a:r>
          </a:p>
          <a:p>
            <a:r>
              <a:rPr lang="en-US" dirty="0"/>
              <a:t>Clever and industrious — eager to put in the hard work to fulfill their dreams</a:t>
            </a:r>
          </a:p>
          <a:p>
            <a:r>
              <a:rPr lang="en-US" dirty="0"/>
              <a:t>Believe technology can be their catalyst</a:t>
            </a:r>
          </a:p>
          <a:p>
            <a:r>
              <a:rPr lang="en-US" dirty="0"/>
              <a:t>Generally understand the concept of making money work for them, both immediately today and down the road tomorrow</a:t>
            </a:r>
          </a:p>
          <a:p>
            <a:r>
              <a:rPr lang="en-US" dirty="0"/>
              <a:t>Want to help create jobs and contribute to a thriving, balanced global economy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DF438-8F4A-46C7-883A-85838B3A5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17785" cy="16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73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E102-8F17-4D26-937D-F270DC59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Risk-Averse &amp; Adaptable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517AE-E4BC-4A59-9466-8F131DE38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that everything can change in a minute</a:t>
            </a:r>
          </a:p>
          <a:p>
            <a:pPr lvl="1"/>
            <a:r>
              <a:rPr lang="en-US" dirty="0"/>
              <a:t>A sense of extreme pragmatism</a:t>
            </a:r>
          </a:p>
          <a:p>
            <a:r>
              <a:rPr lang="en-US" dirty="0"/>
              <a:t>Gen Z consumers cautiously weigh the practicality of their material purchases</a:t>
            </a:r>
          </a:p>
          <a:p>
            <a:pPr lvl="1"/>
            <a:r>
              <a:rPr lang="en-US" dirty="0"/>
              <a:t>Many have a savings-conscious mindset</a:t>
            </a:r>
          </a:p>
          <a:p>
            <a:pPr lvl="1"/>
            <a:r>
              <a:rPr lang="en-US" dirty="0"/>
              <a:t>Critically consider the value equation of any purchase</a:t>
            </a:r>
          </a:p>
          <a:p>
            <a:r>
              <a:rPr lang="en-US" dirty="0"/>
              <a:t>See technology advancing day by day, and know that something that exists today could be improved tomorrow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0F5212-9F51-4EB1-BBE3-84EE4EAA0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41655" cy="136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41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DDBC-F65C-4B4A-944D-9894DBE6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Tech-Enabled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CA0D-BE30-4C1C-B2D9-37AF0EA1A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 to computers and smart phones at a very early age</a:t>
            </a:r>
          </a:p>
          <a:p>
            <a:r>
              <a:rPr lang="en-US" dirty="0"/>
              <a:t>“Digital Natives”, but still crave and value human contact</a:t>
            </a:r>
          </a:p>
          <a:p>
            <a:r>
              <a:rPr lang="en-US" dirty="0"/>
              <a:t>Have the adaptability to learn faster, and have a self-starter mentality that empowers them to figure things out on their 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86004-CC60-47AC-954A-7491D3FD1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12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DDBC-F65C-4B4A-944D-9894DBE6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CA0D-BE30-4C1C-B2D9-37AF0EA1A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https://www.youtube.com/watch?v=VC8IakWSu-0&amp;t=304s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86004-CC60-47AC-954A-7491D3FD1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402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Digital Generation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Differentiate between the Millennials and the Gen Z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Highlight the characteristics of Gen Z</a:t>
            </a:r>
          </a:p>
          <a:p>
            <a:pPr lvl="1"/>
            <a:r>
              <a:rPr lang="en-US" dirty="0"/>
              <a:t>Discuss how Gen Z will shape the future</a:t>
            </a:r>
          </a:p>
        </p:txBody>
      </p:sp>
    </p:spTree>
    <p:extLst>
      <p:ext uri="{BB962C8B-B14F-4D97-AF65-F5344CB8AC3E}">
        <p14:creationId xmlns:p14="http://schemas.microsoft.com/office/powerpoint/2010/main" val="1948854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F8E5F-532B-4B4B-AF48-E3C3BF83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Stereotype Negative Traits?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8B3AB-E92F-4821-9FA1-78ED8D798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a short attention span (eight seconds)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Able to communicate effectively and concisely</a:t>
            </a:r>
          </a:p>
          <a:p>
            <a:r>
              <a:rPr lang="en-US" dirty="0"/>
              <a:t>Multitaskers – increases stress level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Can thrive in a “chaotic” environment, increase productivity, save money, and time.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dirty="0"/>
              <a:t>Addicted to technology and can’t handle face-to-face interactions</a:t>
            </a:r>
            <a:r>
              <a:rPr lang="en-US" b="1" dirty="0"/>
              <a:t>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Willing to be technology mentors to others in the office</a:t>
            </a:r>
          </a:p>
        </p:txBody>
      </p:sp>
    </p:spTree>
    <p:extLst>
      <p:ext uri="{BB962C8B-B14F-4D97-AF65-F5344CB8AC3E}">
        <p14:creationId xmlns:p14="http://schemas.microsoft.com/office/powerpoint/2010/main" val="359390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6FE2-7C6B-487C-9729-9F3F2BE9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Stereotype Negative Traits?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5C39C-B69C-4CE1-8C67-E316BEDDE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 too much from the brands and companies they interact with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Have strong beliefs (ethically)</a:t>
            </a:r>
          </a:p>
          <a:p>
            <a:r>
              <a:rPr lang="en-US" dirty="0"/>
              <a:t>Tend to job-hop and ghost employers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Employers will have to rise to the challenge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Competitive benefits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Great company culture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Opportunities for career growth</a:t>
            </a:r>
          </a:p>
        </p:txBody>
      </p:sp>
    </p:spTree>
    <p:extLst>
      <p:ext uri="{BB962C8B-B14F-4D97-AF65-F5344CB8AC3E}">
        <p14:creationId xmlns:p14="http://schemas.microsoft.com/office/powerpoint/2010/main" val="294200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D047-F806-4D5F-89FA-E41CCAC5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2044-43E3-4947-BD82-12007E30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Watch and discuss the content of the video:</a:t>
            </a:r>
          </a:p>
          <a:p>
            <a:pPr lvl="1"/>
            <a:r>
              <a:rPr lang="en-US" dirty="0"/>
              <a:t>Generation Z: The Social Demise of the Digital Natives </a:t>
            </a:r>
            <a:r>
              <a:rPr lang="en-US" dirty="0">
                <a:hlinkClick r:id="rId2"/>
              </a:rPr>
              <a:t>https://www.youtube.com/watch?v=a7ff98PL2X4</a:t>
            </a:r>
            <a:endParaRPr lang="en-US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6B3ACF31-4EFD-4930-B3C3-EC8EE0A76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937" y="3542848"/>
            <a:ext cx="26860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36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BF6D-E77E-4674-B949-961BB957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55D8B-925E-4FE7-94B1-68866C800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Generation</a:t>
            </a:r>
          </a:p>
          <a:p>
            <a:r>
              <a:rPr lang="en-US" dirty="0"/>
              <a:t>The Millennials vs. Generation Z</a:t>
            </a:r>
          </a:p>
          <a:p>
            <a:r>
              <a:rPr lang="en-US" dirty="0"/>
              <a:t>Characteristics of Generation Z</a:t>
            </a:r>
          </a:p>
        </p:txBody>
      </p:sp>
    </p:spTree>
    <p:extLst>
      <p:ext uri="{BB962C8B-B14F-4D97-AF65-F5344CB8AC3E}">
        <p14:creationId xmlns:p14="http://schemas.microsoft.com/office/powerpoint/2010/main" val="446814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94A81-853A-43F0-A2F6-C57F1AE3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altLang="en-US" kern="0" dirty="0"/>
              <a:t>Questions and Answer</a:t>
            </a:r>
            <a:endParaRPr lang="en-US" dirty="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06655399-1AA0-499D-9F83-D25A33D10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86000"/>
            <a:ext cx="4968875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399185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2DC4-A488-4E79-B51B-CA576DB1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2AF34-FA72-4CCE-AF24-76B70A7AF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Agile and Digital Thinking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A829B-7CA7-4A4F-9CF1-DE7C93F14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70" y="2923205"/>
            <a:ext cx="8331535" cy="20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5051"/>
      </p:ext>
    </p:extLst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C6B378645544D9F10C30D9F2BCFB4" ma:contentTypeVersion="9" ma:contentTypeDescription="Create a new document." ma:contentTypeScope="" ma:versionID="3dcaa56ea438123d557e24c465044b3c">
  <xsd:schema xmlns:xsd="http://www.w3.org/2001/XMLSchema" xmlns:xs="http://www.w3.org/2001/XMLSchema" xmlns:p="http://schemas.microsoft.com/office/2006/metadata/properties" xmlns:ns2="6d54a27f-32b3-46ed-801e-110df5e77a46" targetNamespace="http://schemas.microsoft.com/office/2006/metadata/properties" ma:root="true" ma:fieldsID="4208030726db9b86847690f0b0a379ad" ns2:_="">
    <xsd:import namespace="6d54a27f-32b3-46ed-801e-110df5e77a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54a27f-32b3-46ed-801e-110df5e77a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D45D4E-2D72-4601-9C59-D17C4878E8BD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6d54a27f-32b3-46ed-801e-110df5e77a46"/>
    <ds:schemaRef ds:uri="http://purl.org/dc/terms/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146C319-E621-463F-A553-0F76DEAA10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54a27f-32b3-46ed-801e-110df5e77a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2FAB3C-892C-4766-9808-F8BDC37522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3296</TotalTime>
  <Words>963</Words>
  <Application>Microsoft Office PowerPoint</Application>
  <PresentationFormat>Widescreen</PresentationFormat>
  <Paragraphs>137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UCTI-Template-foundation-level</vt:lpstr>
      <vt:lpstr>Digital Thinking and Innovation</vt:lpstr>
      <vt:lpstr>Introduction</vt:lpstr>
      <vt:lpstr>Learning Outcomes for the Lecture</vt:lpstr>
      <vt:lpstr>Content</vt:lpstr>
      <vt:lpstr>Mind Map</vt:lpstr>
      <vt:lpstr>Learning Outcomes for the Lecture</vt:lpstr>
      <vt:lpstr>Digital Generation</vt:lpstr>
      <vt:lpstr>Learning Outcomes for the Lecture</vt:lpstr>
      <vt:lpstr>Research</vt:lpstr>
      <vt:lpstr>Digital Generation</vt:lpstr>
      <vt:lpstr>The Generation Z</vt:lpstr>
      <vt:lpstr>The Generation Z</vt:lpstr>
      <vt:lpstr>Learning Outcomes for the Lecture</vt:lpstr>
      <vt:lpstr>Characteristics</vt:lpstr>
      <vt:lpstr>Insightful &amp; Savvy</vt:lpstr>
      <vt:lpstr>Responsible Self-Starters</vt:lpstr>
      <vt:lpstr>Risk-Averse &amp; Adaptable</vt:lpstr>
      <vt:lpstr>Tech-Enabled</vt:lpstr>
      <vt:lpstr>Intermission</vt:lpstr>
      <vt:lpstr>Learning Outcomes for the Lecture</vt:lpstr>
      <vt:lpstr>Stereotype Negative Traits?</vt:lpstr>
      <vt:lpstr>Stereotype Negative Traits?</vt:lpstr>
      <vt:lpstr>Group Discussion</vt:lpstr>
      <vt:lpstr>Summary</vt:lpstr>
      <vt:lpstr>Questions and Answer</vt:lpstr>
      <vt:lpstr>Next Lecture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Thinking and Innovation</dc:title>
  <dc:creator>Rozita Yati Masri</dc:creator>
  <cp:lastModifiedBy>Dr. Safaie Mangir</cp:lastModifiedBy>
  <cp:revision>32</cp:revision>
  <dcterms:created xsi:type="dcterms:W3CDTF">2020-03-06T03:40:42Z</dcterms:created>
  <dcterms:modified xsi:type="dcterms:W3CDTF">2024-10-15T09:58:11Z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0x010100241C6B378645544D9F10C30D9F2BCFB4</vt:lpwstr>
  </property>
</Properties>
</file>