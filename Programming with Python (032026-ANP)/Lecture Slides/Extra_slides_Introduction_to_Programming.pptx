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04" r:id="rId3"/>
    <p:sldId id="305" r:id="rId4"/>
    <p:sldId id="306" r:id="rId5"/>
    <p:sldId id="308" r:id="rId6"/>
    <p:sldId id="30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FDE4-01CD-4768-88A2-C5732ED3D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CCB62-DF01-43FC-AEA8-FC1871692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C2F54-82C8-4742-838B-79902AE64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2D07-45C0-4A4B-A550-C725871B07D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A3BC9-6ADD-4FA5-BD1B-6A5AE379B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73200-A6B7-4901-9E55-DE51E282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B4A4D-9233-40E9-8762-2594F5BE6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E06FF-D2D7-4095-8DC8-7EC386CD5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2CAE5-90B8-4436-97CF-80BF7311D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F64F3-84F9-44C5-B84B-E2D4BF3F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2D07-45C0-4A4B-A550-C725871B07D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51935-BF42-486F-8F8A-9A9747251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D092A-DCC8-43C0-85E3-F38EA7E53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B4A4D-9233-40E9-8762-2594F5BE6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55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70BD1-E71F-469A-861A-75FACDAE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1005A-6251-48D6-A898-5C9E03D35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3F888-2D68-48DB-B0AA-167526B58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2D07-45C0-4A4B-A550-C725871B07D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C22C5-653B-4633-AEEE-961314E8C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1A637-6462-4191-965A-33E9325B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B4A4D-9233-40E9-8762-2594F5BE6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6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E0939-520F-46BC-86DE-2E86A12EE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491B5-82F3-4817-AD82-80FC25A4F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E6547-F77F-44AF-9015-E8ACF05FA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C6F0F-8585-45DE-A24E-6F0DD19D9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2D07-45C0-4A4B-A550-C725871B07D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02DA2-3527-497E-A959-5522A772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49963-73C2-4C24-BC8A-12CE9E99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B4A4D-9233-40E9-8762-2594F5BE6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01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A9945-CA4B-4FFA-A9EF-A439DCE64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63EA6-A628-405B-9AF9-742D9075B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1BCDB-ECA2-402C-9D2B-EF0CD9453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77CAB-2BCB-451F-ADFB-827553C4C3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9F649B-8799-4BC3-84E4-86A31A8D77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16975-54F3-46DD-929F-D2BF16E75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2D07-45C0-4A4B-A550-C725871B07D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89ED2B-0458-4079-8129-3CFFC131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0DFF53-5450-4E99-923A-F4257256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B4A4D-9233-40E9-8762-2594F5BE6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1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79E05-DDE4-434F-ADBA-986BBCE9F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389EC7-D482-4597-B8E3-AA4CCA37C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2D07-45C0-4A4B-A550-C725871B07D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69EB-2E68-4C31-90B8-C4918A5E8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A123A-F24C-4994-86BB-DDEA3537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B4A4D-9233-40E9-8762-2594F5BE6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4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A6E22-A822-42A2-9EE6-52519F2C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2D07-45C0-4A4B-A550-C725871B07D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E7A503-9751-44E9-A368-1C55E22C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930F1-BB4D-4C29-AC24-1093C0AD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B4A4D-9233-40E9-8762-2594F5BE6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33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5BC89-6957-4DDB-8A5E-65189A2A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6B99C-99B3-4980-BC4E-4DC99FDCC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C2703-FD9A-4C6E-80D2-67AA04626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BAEEB-A92D-4CE5-BFD9-E62BEB73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2D07-45C0-4A4B-A550-C725871B07D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89856-375F-4AAF-8582-14A803A6D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59E10-5F0B-4166-9832-14336C6E8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B4A4D-9233-40E9-8762-2594F5BE6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1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482A2-11F5-417D-8085-D8E0600F7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981571-0CD4-4F73-8694-5F3204A936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F7996-CEF1-4630-8185-C73349BF8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AF612-AA88-4671-A212-59F24A2BA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2D07-45C0-4A4B-A550-C725871B07D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74999-E1BD-4B18-AEB4-A42205854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A4DED-33A8-4F60-BFA6-A2965FC91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B4A4D-9233-40E9-8762-2594F5BE6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66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C1CD-8FFC-468C-9BF3-51DECC025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F2915-EEDF-4173-B2D0-8773516F2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6CD53-D748-4201-A739-3F71A92F3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2D07-45C0-4A4B-A550-C725871B07D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45BF2-8539-47E2-90EE-EDF19FF4A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B8DA5-8033-49DE-8399-B742DEABD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B4A4D-9233-40E9-8762-2594F5BE6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4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A5658-6653-4BF0-9A93-99B2DD780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3D881-9D69-4F32-B760-D32314CA2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CBE8E-084F-4E97-BEC8-2B4D43C88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2D07-45C0-4A4B-A550-C725871B07D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581BA-FF48-4687-97EC-CD6927746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1905-6F08-473A-91AE-5D4C841C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B4A4D-9233-40E9-8762-2594F5BE6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38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8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77C24-AB68-4F69-9C21-DC8853063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A8228-1E8D-4895-97D5-E9FBED4C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D1252-972A-4033-8884-F18F19E5B1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A2D07-45C0-4A4B-A550-C725871B07D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4A75C-1E87-4B15-8266-8C10D6ADB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D6F24-D071-4CE4-A9D3-5563C9831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B4A4D-9233-40E9-8762-2594F5BE6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02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A87055-96DE-4763-9B6B-7B8606ECC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287009"/>
            <a:ext cx="11747500" cy="452596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Programming</a:t>
            </a:r>
            <a:r>
              <a:rPr lang="en-US" dirty="0"/>
              <a:t> is the process of giving instructions to a computer to perform a task.</a:t>
            </a:r>
          </a:p>
          <a:p>
            <a:pPr marL="0" indent="0">
              <a:buNone/>
            </a:pPr>
            <a:r>
              <a:rPr lang="en-US" dirty="0"/>
              <a:t>     A program is a set of instructions written in a programming language.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 of tasks:</a:t>
            </a:r>
          </a:p>
          <a:p>
            <a:r>
              <a:rPr lang="en-US" dirty="0"/>
              <a:t>Calculating marks</a:t>
            </a:r>
          </a:p>
          <a:p>
            <a:r>
              <a:rPr lang="en-US" dirty="0"/>
              <a:t>Sorting data</a:t>
            </a:r>
          </a:p>
          <a:p>
            <a:r>
              <a:rPr lang="en-US" dirty="0"/>
              <a:t>Running a game</a:t>
            </a:r>
          </a:p>
          <a:p>
            <a:r>
              <a:rPr lang="en-US" dirty="0"/>
              <a:t>Managing bank transactions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Computers do not understand human language.</a:t>
            </a:r>
            <a:br>
              <a:rPr lang="en-US" dirty="0"/>
            </a:br>
            <a:r>
              <a:rPr lang="en-US" dirty="0"/>
              <a:t>They only understand </a:t>
            </a:r>
            <a:r>
              <a:rPr lang="en-US" b="1" dirty="0"/>
              <a:t>binary (0 and 1)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98609A-898C-49D9-899E-7A9976CF4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Programming?</a:t>
            </a:r>
          </a:p>
        </p:txBody>
      </p:sp>
    </p:spTree>
    <p:extLst>
      <p:ext uri="{BB962C8B-B14F-4D97-AF65-F5344CB8AC3E}">
        <p14:creationId xmlns:p14="http://schemas.microsoft.com/office/powerpoint/2010/main" val="3611421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D01095-B1E9-4D11-869C-08DBE4863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262516"/>
            <a:ext cx="11747500" cy="45259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programming language</a:t>
            </a:r>
            <a:r>
              <a:rPr lang="en-US" dirty="0"/>
              <a:t> is a medium used to communicate with a computer.</a:t>
            </a:r>
          </a:p>
          <a:p>
            <a:r>
              <a:rPr lang="en-US" dirty="0"/>
              <a:t>It allows humans to write instructions in a readable form.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C++</a:t>
            </a:r>
          </a:p>
          <a:p>
            <a:r>
              <a:rPr lang="en-US" dirty="0"/>
              <a:t>Java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Think of it like:</a:t>
            </a:r>
            <a:br>
              <a:rPr lang="en-US" dirty="0"/>
            </a:br>
            <a:r>
              <a:rPr lang="en-US" dirty="0"/>
              <a:t>Human language → English</a:t>
            </a:r>
            <a:br>
              <a:rPr lang="en-US" dirty="0"/>
            </a:br>
            <a:r>
              <a:rPr lang="en-US" dirty="0"/>
              <a:t>Computer language → Programming language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CEF718-0A0E-4AA7-8D0A-297F3715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Programming Language?</a:t>
            </a:r>
          </a:p>
        </p:txBody>
      </p:sp>
    </p:spTree>
    <p:extLst>
      <p:ext uri="{BB962C8B-B14F-4D97-AF65-F5344CB8AC3E}">
        <p14:creationId xmlns:p14="http://schemas.microsoft.com/office/powerpoint/2010/main" val="2316901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3F734E-BB8E-4DF7-8CAA-3FEB23B3F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831" y="1166019"/>
            <a:ext cx="11747500" cy="45259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Low-Level Language</a:t>
            </a:r>
          </a:p>
          <a:p>
            <a:r>
              <a:rPr lang="en-US" dirty="0"/>
              <a:t>Close to machine language</a:t>
            </a:r>
          </a:p>
          <a:p>
            <a:r>
              <a:rPr lang="en-US" dirty="0"/>
              <a:t>Harder to understand</a:t>
            </a:r>
          </a:p>
          <a:p>
            <a:r>
              <a:rPr lang="en-US" dirty="0"/>
              <a:t>Faster execution</a:t>
            </a:r>
          </a:p>
          <a:p>
            <a:r>
              <a:rPr lang="en-US" dirty="0"/>
              <a:t>Example: Assembly language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High-Level Language</a:t>
            </a:r>
          </a:p>
          <a:p>
            <a:r>
              <a:rPr lang="en-US" dirty="0"/>
              <a:t>Easy to read and write</a:t>
            </a:r>
          </a:p>
          <a:p>
            <a:r>
              <a:rPr lang="en-US" dirty="0"/>
              <a:t>Closer to human language</a:t>
            </a:r>
          </a:p>
          <a:p>
            <a:r>
              <a:rPr lang="en-US" dirty="0"/>
              <a:t>Portable across systems</a:t>
            </a:r>
          </a:p>
          <a:p>
            <a:r>
              <a:rPr lang="en-US" dirty="0"/>
              <a:t>Examples: C++, Java, Python</a:t>
            </a:r>
          </a:p>
          <a:p>
            <a:pPr marL="0" indent="0">
              <a:buNone/>
            </a:pPr>
            <a:r>
              <a:rPr lang="en-US" dirty="0"/>
              <a:t>                               High-level languages need translation before execution.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412E19-2820-423C-949A-61E397B58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2897381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59A035-3422-4002-834C-8C3A32CE9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compiler</a:t>
            </a:r>
            <a:r>
              <a:rPr lang="en-US" dirty="0"/>
              <a:t> is a software that translates high-level language into machine language.</a:t>
            </a:r>
          </a:p>
          <a:p>
            <a:r>
              <a:rPr lang="en-US" dirty="0"/>
              <a:t>Computer cannot directly understand C++ or Java.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Compiler converts:</a:t>
            </a:r>
            <a:br>
              <a:rPr lang="en-US" dirty="0"/>
            </a:br>
            <a:r>
              <a:rPr lang="en-US" dirty="0"/>
              <a:t>                      Source Code → Machine Code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GCC</a:t>
            </a:r>
          </a:p>
          <a:p>
            <a:r>
              <a:rPr lang="en-US" dirty="0"/>
              <a:t>Clang</a:t>
            </a:r>
          </a:p>
          <a:p>
            <a:r>
              <a:rPr lang="en-US" dirty="0"/>
              <a:t>MSVC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C1AF18-F2E5-477D-BFD1-402BA5A83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Compiler?</a:t>
            </a:r>
          </a:p>
        </p:txBody>
      </p:sp>
    </p:spTree>
    <p:extLst>
      <p:ext uri="{BB962C8B-B14F-4D97-AF65-F5344CB8AC3E}">
        <p14:creationId xmlns:p14="http://schemas.microsoft.com/office/powerpoint/2010/main" val="3686257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309B80-FA95-4A20-9529-8AC6DC0D0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Compiler</a:t>
            </a:r>
          </a:p>
          <a:p>
            <a:r>
              <a:rPr lang="en-US" dirty="0"/>
              <a:t>Translates whole program at once</a:t>
            </a:r>
          </a:p>
          <a:p>
            <a:r>
              <a:rPr lang="en-US" dirty="0"/>
              <a:t>Faster execution</a:t>
            </a:r>
          </a:p>
          <a:p>
            <a:r>
              <a:rPr lang="en-US" dirty="0"/>
              <a:t>Example: C++</a:t>
            </a:r>
          </a:p>
          <a:p>
            <a:pPr marL="0" indent="0">
              <a:buNone/>
            </a:pPr>
            <a:r>
              <a:rPr lang="en-US" b="1" dirty="0"/>
              <a:t>Interpreter</a:t>
            </a:r>
          </a:p>
          <a:p>
            <a:r>
              <a:rPr lang="en-US" dirty="0"/>
              <a:t>Translates line by line</a:t>
            </a:r>
          </a:p>
          <a:p>
            <a:r>
              <a:rPr lang="en-US" dirty="0"/>
              <a:t>Slower</a:t>
            </a:r>
          </a:p>
          <a:p>
            <a:r>
              <a:rPr lang="en-US" dirty="0"/>
              <a:t>Example: Python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A9FC34-8626-4F75-80BB-29DD4C886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vs Interpreter</a:t>
            </a:r>
          </a:p>
        </p:txBody>
      </p:sp>
    </p:spTree>
    <p:extLst>
      <p:ext uri="{BB962C8B-B14F-4D97-AF65-F5344CB8AC3E}">
        <p14:creationId xmlns:p14="http://schemas.microsoft.com/office/powerpoint/2010/main" val="1414398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970DE0-31E2-4372-89F8-89A7A135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763021"/>
            <a:ext cx="11747500" cy="45259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IDE = Integrated Development Environment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is a software used to:</a:t>
            </a:r>
          </a:p>
          <a:p>
            <a:r>
              <a:rPr lang="en-US" dirty="0"/>
              <a:t>Write code</a:t>
            </a:r>
          </a:p>
          <a:p>
            <a:r>
              <a:rPr lang="en-US" dirty="0"/>
              <a:t>Compile code</a:t>
            </a:r>
          </a:p>
          <a:p>
            <a:r>
              <a:rPr lang="en-US" dirty="0"/>
              <a:t>Debug code</a:t>
            </a:r>
          </a:p>
          <a:p>
            <a:r>
              <a:rPr lang="en-US" dirty="0"/>
              <a:t>Run program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Visual Studio Code</a:t>
            </a:r>
          </a:p>
          <a:p>
            <a:r>
              <a:rPr lang="en-US" dirty="0"/>
              <a:t>Visual Studio</a:t>
            </a:r>
          </a:p>
          <a:p>
            <a:r>
              <a:rPr lang="en-US" dirty="0" err="1"/>
              <a:t>CodeBlocks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7DA915-70C7-46FD-8EE2-9B7DAB551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244741" cy="402998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an IDE?</a:t>
            </a:r>
          </a:p>
        </p:txBody>
      </p:sp>
    </p:spTree>
    <p:extLst>
      <p:ext uri="{BB962C8B-B14F-4D97-AF65-F5344CB8AC3E}">
        <p14:creationId xmlns:p14="http://schemas.microsoft.com/office/powerpoint/2010/main" val="3618810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3133</TotalTime>
  <Words>265</Words>
  <Application>Microsoft Office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What is Programming?</vt:lpstr>
      <vt:lpstr>What is a Programming Language?</vt:lpstr>
      <vt:lpstr>Types of Programming Languages</vt:lpstr>
      <vt:lpstr>What is a Compiler?</vt:lpstr>
      <vt:lpstr>Compiler vs Interpreter</vt:lpstr>
      <vt:lpstr>What is an IDE?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[CSD ] Annapriya Selvam</dc:creator>
  <cp:lastModifiedBy>[CSD ] Annapriya Selvam</cp:lastModifiedBy>
  <cp:revision>2</cp:revision>
  <dcterms:created xsi:type="dcterms:W3CDTF">2026-03-16T03:51:41Z</dcterms:created>
  <dcterms:modified xsi:type="dcterms:W3CDTF">2026-03-18T08:04:46Z</dcterms:modified>
</cp:coreProperties>
</file>